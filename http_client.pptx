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-548640"/>
            <a:ext cx="3200400" cy="3200400"/>
          </a:xfrm>
          <a:prstGeom prst="ellipse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3657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058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HTTP-клиент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Python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Делаем запросы к API с помощью библиотеки requests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20624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21262D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206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23160" y="420624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21262D"/>
          </a:solidFill>
          <a:ln/>
        </p:spPr>
      </p:sp>
      <p:sp>
        <p:nvSpPr>
          <p:cNvPr id="11" name="Text 8"/>
          <p:cNvSpPr/>
          <p:nvPr/>
        </p:nvSpPr>
        <p:spPr>
          <a:xfrm>
            <a:off x="2423160" y="4206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420624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21262D"/>
          </a:solidFill>
          <a:ln/>
        </p:spPr>
      </p:sp>
      <p:sp>
        <p:nvSpPr>
          <p:cNvPr id="13" name="Text 10"/>
          <p:cNvSpPr/>
          <p:nvPr/>
        </p:nvSpPr>
        <p:spPr>
          <a:xfrm>
            <a:off x="4297680" y="4206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 GET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420624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21262D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4206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 API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HTTP-клиент?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011680" cy="914400"/>
          </a:xfrm>
          <a:prstGeom prst="rect">
            <a:avLst/>
          </a:prstGeom>
          <a:solidFill>
            <a:srgbClr val="21262D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Твой код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(клиент)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97480" y="1554480"/>
            <a:ext cx="731520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97480" y="1371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1097280"/>
            <a:ext cx="2011680" cy="914400"/>
          </a:xfrm>
          <a:prstGeom prst="rect">
            <a:avLst/>
          </a:prstGeom>
          <a:solidFill>
            <a:srgbClr val="21262D"/>
          </a:solidFill>
          <a:ln w="25400">
            <a:solidFill>
              <a:srgbClr val="8B94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097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32120" y="1554480"/>
            <a:ext cx="731520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0" y="1371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011680" cy="91440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097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API-сервер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(DeepSeek)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запрос (POST)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ответ (JSON)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265176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68880"/>
            <a:ext cx="36576" cy="1920240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51760"/>
            <a:ext cx="347472" cy="3474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24128" y="2670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— тоже клиент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" y="312724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ты открываешь сайт,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делает то же самое — HTTP-запрос.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91840" y="2468880"/>
            <a:ext cx="265176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91840" y="2468880"/>
            <a:ext cx="36576" cy="192024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651760"/>
            <a:ext cx="347472" cy="34747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858768" y="2670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— библиотека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429000" y="312724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Позволяет делать запросы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Python-кода, как браузер.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126480" y="2468880"/>
            <a:ext cx="265176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26480" y="2468880"/>
            <a:ext cx="36576" cy="1920240"/>
          </a:xfrm>
          <a:prstGeom prst="rect">
            <a:avLst/>
          </a:prstGeom>
          <a:solidFill>
            <a:srgbClr val="E3B341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651760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693408" y="2670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отвечает JSON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263640" y="312724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приходят в виде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словаря — уже знакомая структура.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и первый запрос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8404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36576" cy="9144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356616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463040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requests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384048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03120"/>
            <a:ext cx="36576" cy="26517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GET-запрос (читаем данные)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487168"/>
            <a:ext cx="3566160" cy="210312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560320"/>
            <a:ext cx="334670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requests.get(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"https://api.github.com/users/python"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print(resp.status_code)   # 200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print(resp.json())        # словарь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005840"/>
            <a:ext cx="429768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005840"/>
            <a:ext cx="36576" cy="374904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078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POST-запрос (отправляем данные)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389888"/>
            <a:ext cx="4069080" cy="320040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1463040"/>
            <a:ext cx="384962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"model": "deepseek-chat",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"messages":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"user", "content": "Привет!"}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requests.post(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headers=headers,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json=body        # сам сериализует в 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print(resp.json())  # ответ модели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Анатомия запроса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Метод + URL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91640" y="941832"/>
            <a:ext cx="70408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1368" y="1014984"/>
            <a:ext cx="6821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https://api.deepseek.com/chat/completions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E3B34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94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Headers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91640" y="2176272"/>
            <a:ext cx="70408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1368" y="2249424"/>
            <a:ext cx="6821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sk-...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429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Body (JSON)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91640" y="3410712"/>
            <a:ext cx="7040880" cy="86868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01368" y="3483864"/>
            <a:ext cx="68214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"deepseek-chat",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"messages": [...]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1788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Python: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417880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headers=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{...}   </a:t>
            </a:r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json=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{...}   </a:t>
            </a:r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params=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{...}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приходит в ответ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36576" cy="32004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24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response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resp.status_code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4173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200, 401, 429, 500...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resp.json()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20574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распарсенный словарь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resp.text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2697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сырая строка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resp.headers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33375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заголовки ответа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280" y="960120"/>
            <a:ext cx="420624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960120"/>
            <a:ext cx="36576" cy="32004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024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от DeepSeek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389888"/>
            <a:ext cx="3931920" cy="2596896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463040"/>
            <a:ext cx="37124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"choices":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"message":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"role": "assistant",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"content": "Привет! ..."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resp.json()["choices"][0]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["message"]["content"]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Заголовки и авторизация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228600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05840"/>
            <a:ext cx="8412480" cy="19202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75488" y="1078992"/>
            <a:ext cx="819302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 = "sk-..."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"Authorization": f"Bearer {API_KEY}",  # токен доступа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"Content-Type": "application/json",    # говорим что шлём 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requests.post(url, headers=headers, json=body)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315468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3154680"/>
            <a:ext cx="36576" cy="169164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32918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36576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запрос содержит ключ — сервер проверяет, есть ли у тебя доступ. Без него — 401 Unauthorized.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315468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3154680"/>
            <a:ext cx="36576" cy="16916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9"/>
          <p:cNvSpPr/>
          <p:nvPr/>
        </p:nvSpPr>
        <p:spPr>
          <a:xfrm>
            <a:off x="3429000" y="32918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29000" y="36576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Говорит серверу «я шлю JSON». Если забыть — сервер может не понять тело запроса.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17920" y="315468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3154680"/>
            <a:ext cx="36576" cy="169164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6" name="Text 13"/>
          <p:cNvSpPr/>
          <p:nvPr/>
        </p:nvSpPr>
        <p:spPr>
          <a:xfrm>
            <a:off x="6355080" y="32918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 токен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55080" y="36576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OAuth. «Bearer» = «предъявитель». Токен нельзя публиковать — как пароль.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чата — это просто список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228600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05840"/>
            <a:ext cx="5029200" cy="292608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75488" y="1078992"/>
            <a:ext cx="480974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[]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пользователь написал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history.append({"role": "user", "content": "Что такое список?"})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отправили, получили ответ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 = send_message(history)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сохранили ответ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history.append({"role": "assistant", "content": reply})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следующий вопрос — история уже есть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history.append({"role": "user", "content": "А словарь?"})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669280" y="1005840"/>
            <a:ext cx="310896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005840"/>
            <a:ext cx="36576" cy="2926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06440" y="1463040"/>
            <a:ext cx="283464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1499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897880" y="1719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список?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06440" y="2176272"/>
            <a:ext cx="283464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97880" y="24323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— это...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06440" y="2889504"/>
            <a:ext cx="283464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2926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97880" y="3145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словарь?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видит ВСЮ историю при каждом запросе — так работает «память»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ошибок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228600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05840"/>
            <a:ext cx="1965960" cy="82296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хорошо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514600" y="1005840"/>
            <a:ext cx="1965960" cy="822960"/>
          </a:xfrm>
          <a:prstGeom prst="rect">
            <a:avLst/>
          </a:prstGeom>
          <a:solidFill>
            <a:srgbClr val="21262D"/>
          </a:solidFill>
          <a:ln w="25400">
            <a:solidFill>
              <a:srgbClr val="F781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14600" y="10515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51460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неверный ключ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1965960" cy="822960"/>
          </a:xfrm>
          <a:prstGeom prst="rect">
            <a:avLst/>
          </a:prstGeom>
          <a:solidFill>
            <a:srgbClr val="21262D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0515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66344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Requests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превышен лимит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12280" y="1005840"/>
            <a:ext cx="1965960" cy="822960"/>
          </a:xfrm>
          <a:prstGeom prst="rect">
            <a:avLst/>
          </a:prstGeom>
          <a:solidFill>
            <a:srgbClr val="21262D"/>
          </a:solidFill>
          <a:ln w="25400">
            <a:solidFill>
              <a:srgbClr val="F781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12280" y="10515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81228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на сервере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5760" y="2011680"/>
            <a:ext cx="8412480" cy="28346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" y="2084832"/>
            <a:ext cx="819302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requests.post(url, headers=headers, json=body, timeout=30)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response.raise_for_status()  # бросает исключение если не 2xx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 = response.json()["choices"][0]["message"]["content"]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requests.HTTPError as 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print(f"Ошибка API: {e.response.status_code}")  # 401, 429, 500...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requests.Timeout: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print("Сервер не ответил вовремя")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requests.RequestException as 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print(f"Сетевая ошибка: {e}")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3FB950">
              <a:alpha val="10000"/>
            </a:srgbClr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3716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78992"/>
            <a:ext cx="384048" cy="38404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0058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Вставь URL прокси-сервера в chat.py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883664"/>
            <a:ext cx="384048" cy="38404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181051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Реализуй функцию send_message() — POST-запрос + достань текст из JSON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688336"/>
            <a:ext cx="384048" cy="38404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261518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Реализуй main() — цикл с историей, ввод, вывод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493008"/>
            <a:ext cx="384048" cy="38404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5840" y="3419856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Проверь: модель помнит контекст предыдущих сообщений?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65760" y="4297680"/>
            <a:ext cx="84124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4297680"/>
            <a:ext cx="36576" cy="68580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4370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Бонус: 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25880" y="43708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 system-сообщение  •  ограничь историю до 10 сообщений  •  сохраняй лог в файл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HTTP-клиент в Python</dc:title>
  <dc:subject>PptxGenJS Presentation</dc:subject>
  <dc:creator>PptxGenJS</dc:creator>
  <cp:lastModifiedBy>PptxGenJS</cp:lastModifiedBy>
  <cp:revision>1</cp:revision>
  <dcterms:created xsi:type="dcterms:W3CDTF">2026-04-18T09:17:29Z</dcterms:created>
  <dcterms:modified xsi:type="dcterms:W3CDTF">2026-04-18T09:17:29Z</dcterms:modified>
</cp:coreProperties>
</file>